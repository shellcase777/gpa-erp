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743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2280" y="2743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2743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0" y="2743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1887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11887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1887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11887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1031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21031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21031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21031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0175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30175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30175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30175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9319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39319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39319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3931920"/>
            <a:ext cx="54864" cy="54864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423160"/>
            <a:ext cx="10972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822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Cost Control ERP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502920" y="162763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V5.0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02920" y="2560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Biaya Proyek Terpadu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063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sistem. Semua proyek. Semua pengeluaran.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8404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840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 Modul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783080" y="38404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3840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7 Role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063240" y="38404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63240" y="3840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Audit Trail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" y="4709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PT Graha Perkasa Abadi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Apa yang akan kita bahas hari ini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60120"/>
            <a:ext cx="502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99669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GPA ERP?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709928"/>
            <a:ext cx="8046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09928"/>
            <a:ext cx="502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0992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7465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Modul-modul utama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459736"/>
            <a:ext cx="8046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459736"/>
            <a:ext cx="502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5973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4963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pengeluaran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09544"/>
            <a:ext cx="8046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09544"/>
            <a:ext cx="502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0954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menggunakan apa?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959352"/>
            <a:ext cx="8046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59352"/>
            <a:ext cx="502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5935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9959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selanjutnya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Mengapa GPA ERP Dibangun?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Dari tantangan nyata ke solusi nyata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407408" y="868680"/>
            <a:ext cx="329184" cy="3520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70832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3931920" cy="914400"/>
          </a:xfrm>
          <a:prstGeom prst="rect">
            <a:avLst/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0120"/>
            <a:ext cx="20116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6012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05156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tidak terkontrol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3931920" cy="9144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960120"/>
            <a:ext cx="20116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6012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66360" y="1051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terpusat real-time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3931920" cy="914400"/>
          </a:xfrm>
          <a:prstGeom prst="rect">
            <a:avLst/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130552"/>
            <a:ext cx="20116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130552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22199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approval trail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130552"/>
            <a:ext cx="3931920" cy="9144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130552"/>
            <a:ext cx="20116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130552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66360" y="222199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persetujuan otomatis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300984"/>
            <a:ext cx="3931920" cy="914400"/>
          </a:xfrm>
          <a:prstGeom prst="rect">
            <a:avLst/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300984"/>
            <a:ext cx="20116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300984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39242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manual &amp; lambat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300984"/>
            <a:ext cx="3931920" cy="9144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300984"/>
            <a:ext cx="20116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300984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339242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laporan instan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berbasis web untuk mengelola biaya proyek, pendapatan, dan aset perusahaan secara real-time dengan kontrol penuh.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2560320" cy="173736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743200"/>
            <a:ext cx="25603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Terintegrasi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2743200"/>
            <a:ext cx="2560320" cy="173736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743200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91840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Pengguna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2743200"/>
            <a:ext cx="2560320" cy="173736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743200"/>
            <a:ext cx="256032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26480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Lengkap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 Modul Utama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Semua yang dibutuhkan — dalam satu sistem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777240"/>
            <a:ext cx="20116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978408"/>
            <a:ext cx="502920" cy="50292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978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8686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77724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777240"/>
            <a:ext cx="20116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978408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978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06240" y="8686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77724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777240"/>
            <a:ext cx="20116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978408"/>
            <a:ext cx="502920" cy="50292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978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8686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Command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1901952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1901952"/>
            <a:ext cx="201168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19933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AR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1901952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1901952"/>
            <a:ext cx="20116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11880" y="2103120"/>
            <a:ext cx="502920" cy="502920"/>
          </a:xfrm>
          <a:prstGeom prst="ellipse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💳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06240" y="19933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&amp; Expenses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1901952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1901952"/>
            <a:ext cx="20116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2103120"/>
            <a:ext cx="502920" cy="50292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🪙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95160" y="19933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Petty Cash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3026664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3026664"/>
            <a:ext cx="20116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3227832"/>
            <a:ext cx="502920" cy="50292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417320" y="311810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Assets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91840" y="3026664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91840" y="3026664"/>
            <a:ext cx="20116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11880" y="3227832"/>
            <a:ext cx="502920" cy="502920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188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206240" y="311810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Proposals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80760" y="3026664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80760" y="3026664"/>
            <a:ext cx="201168" cy="9601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3227832"/>
            <a:ext cx="502920" cy="502920"/>
          </a:xfrm>
          <a:prstGeom prst="ellipse">
            <a:avLst/>
          </a:prstGeom>
          <a:solidFill>
            <a:srgbClr val="374151">
              <a:alpha val="15000"/>
            </a:srgbClr>
          </a:solidFill>
          <a:ln w="12700">
            <a:solidFill>
              <a:srgbClr val="374151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995160" y="311810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Alur Persetujuan Pengeluaran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Setiap pengeluaran tercatat, disetujui, dan tidak bisa diubah setelah dibayar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1371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45920"/>
            <a:ext cx="13716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1540" y="1810512"/>
            <a:ext cx="594360" cy="59436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1540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11096" y="2304288"/>
            <a:ext cx="24688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218541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1645920"/>
            <a:ext cx="1371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94560" y="1645920"/>
            <a:ext cx="13716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3180" y="1810512"/>
            <a:ext cx="594360" cy="59436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83180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4028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02736" y="2304288"/>
            <a:ext cx="24688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218541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86200" y="1645920"/>
            <a:ext cx="1371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86200" y="1645920"/>
            <a:ext cx="13716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74820" y="1810512"/>
            <a:ext cx="594360" cy="59436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4820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93192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MD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Setuju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294376" y="2304288"/>
            <a:ext cx="24688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218541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1645920"/>
            <a:ext cx="1371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645920"/>
            <a:ext cx="13716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66460" y="1810512"/>
            <a:ext cx="594360" cy="594360"/>
          </a:xfrm>
          <a:prstGeom prst="ellipse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6460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62356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986016" y="2304288"/>
            <a:ext cx="24688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218541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69480" y="1645920"/>
            <a:ext cx="1371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69480" y="1645920"/>
            <a:ext cx="1371600" cy="731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58100" y="1810512"/>
            <a:ext cx="594360" cy="594360"/>
          </a:xfrm>
          <a:prstGeom prst="ellipse">
            <a:avLst/>
          </a:prstGeom>
          <a:solidFill>
            <a:srgbClr val="1E293B">
              <a:alpha val="15000"/>
            </a:srgbClr>
          </a:solidFill>
          <a:ln w="12700">
            <a:solidFill>
              <a:srgbClr val="1E293B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58100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315200" y="2468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Terkunci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" y="31638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163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DRAFT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331720" y="31638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31720" y="3163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PENDING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023360" y="31638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0" y="3163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APPROVED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715000" y="31638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3163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PAID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406640" y="31638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0" y="3163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LOCKED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Petty Cash — Cara Lama vs Cara Baru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Manajemen kas kecil menjadi lebih mudah dan akuntabel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931920" cy="4023360"/>
          </a:xfrm>
          <a:prstGeom prst="rect">
            <a:avLst/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39319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Cara Lama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Struk kertas, mudah hilang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Rekap manual di spreadsheet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Harus tunggu akhir bulan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0358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Tidak ada trail persetujuan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584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Sulit diaudit &amp; ditelusuri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2468880"/>
            <a:ext cx="731520" cy="7315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062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402336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777240"/>
            <a:ext cx="3931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777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Cara Baru — GPA ERP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1389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Foto struk — OCR otomatis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Batch entry: paste dari Excel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487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Langsung tercatat real-time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30358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Approval otomatis setelah submit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3584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Audit trail lengkap &amp; permanen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Siapa Menggunakan Apa?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Akses disesuaikan dengan peran setiap pengguna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13232"/>
            <a:ext cx="1371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37360" y="713232"/>
            <a:ext cx="18288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Jabatan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11880" y="713232"/>
            <a:ext cx="27432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Utama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713232"/>
            <a:ext cx="2423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Utama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78992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243584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435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37360" y="1078992"/>
            <a:ext cx="1828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Director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11880" y="1078992"/>
            <a:ext cx="2743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Center, Reports, Legal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0" y="1078992"/>
            <a:ext cx="24231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pengeluaran besar, tanda tangan dokumen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764792"/>
            <a:ext cx="85953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929384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9293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37360" y="1764792"/>
            <a:ext cx="1828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11880" y="1764792"/>
            <a:ext cx="2743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Command, Spending, Legal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0" y="1764792"/>
            <a:ext cx="24231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anggaran proyek, kelola pengeluaran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450592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615184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6151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Cost Control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37360" y="2450592"/>
            <a:ext cx="1828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Controller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11880" y="2450592"/>
            <a:ext cx="2743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Spending, Petty Cash, Reports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0" y="2450592"/>
            <a:ext cx="24231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semua pengeluaran (gate pertama)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136392"/>
            <a:ext cx="8595360" cy="6858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3300984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3009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Finance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37360" y="3136392"/>
            <a:ext cx="1828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11880" y="3136392"/>
            <a:ext cx="2743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AR, Spending, Reports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0800" y="3136392"/>
            <a:ext cx="24231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 expense approved, kelola invoice AR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822192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3986784"/>
            <a:ext cx="123444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9867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GA / Staff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737360" y="3822192"/>
            <a:ext cx="18288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Affairs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11880" y="3822192"/>
            <a:ext cx="27432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Petty Cash, Inventory, Expenses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00800" y="3822192"/>
            <a:ext cx="24231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pengeluaran, kelola petty cash &amp; aset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371600"/>
            <a:ext cx="109728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dari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Saja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install aplikasi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Submit pengeluaran dari lapangan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32369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Scan struk langsung dari kamera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Approve expense dari mana saja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4041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Pantau dashboard proyek real-time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0" y="320040"/>
            <a:ext cx="2011680" cy="448056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94960" y="320040"/>
            <a:ext cx="2011680" cy="502920"/>
          </a:xfrm>
          <a:prstGeom prst="roundRect">
            <a:avLst>
              <a:gd name="adj" fmla="val 3636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GPA ERP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59552" y="941832"/>
            <a:ext cx="1682496" cy="64008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6128" y="941832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Expense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559552" y="1746504"/>
            <a:ext cx="1682496" cy="64008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96128" y="1746504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Petty Cash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59552" y="2551176"/>
            <a:ext cx="1682496" cy="64008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6128" y="2551176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59552" y="3355848"/>
            <a:ext cx="1682496" cy="64008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3355848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732020"/>
            <a:ext cx="43891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47320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Buka di browser: erp.garuda.id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F59E0B"/>
                </a:solidFill>
              </a:rPr>
              <a:t>SEGERA HADIR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HRIS — Human Resource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</a:rPr>
              <a:t>Dari biaya proyek ke penggajian — satu platform.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920240" cy="256032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04288"/>
            <a:ext cx="640080" cy="64008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04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0352" y="3063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 &amp; Organisasi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361188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karyawan, departemen,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jabatan, org chart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0" y="2103120"/>
            <a:ext cx="1920240" cy="256032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103120"/>
            <a:ext cx="1920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304288"/>
            <a:ext cx="640080" cy="64008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304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33472" y="3063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Absensi &amp; Cuti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33472" y="361188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kehadiran, jenis cuti,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 online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103120"/>
            <a:ext cx="1920240" cy="256032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10312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2304288"/>
            <a:ext cx="640080" cy="64008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304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💵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36592" y="3063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Penggajian (Payroll)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6592" y="361188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PPh 21, BPJS TK/Kes,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gaji PDF, export bank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66560" y="2103120"/>
            <a:ext cx="1920240" cy="256032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2103120"/>
            <a:ext cx="19202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2304288"/>
            <a:ext cx="640080" cy="640080"/>
          </a:xfrm>
          <a:prstGeom prst="ellipse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304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39712" y="30632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Rekrutmen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39712" y="361188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Lowongan, seleksi,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checklist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Satu sistem. Lebih efisien. Lebih akuntabel.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Sekarang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Langkah-langkah untuk memulai: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06040" cy="233172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26060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69164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ke sistem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sudah disiapkan oleh IT · erp.garuda.id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508760"/>
            <a:ext cx="2606040" cy="233172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50876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69164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83280" y="2423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Ikuti pelatihan per divisi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pelatihan akan diinformasikan oleh HR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1508760"/>
            <a:ext cx="2606040" cy="233172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508760"/>
            <a:ext cx="26060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691640"/>
            <a:ext cx="594360" cy="5943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17920" y="2423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 IT untuk bantuan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it@garuda.id  ·  Ext. 100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GPA Cost Control ERP V5.0 — Pengenalan</dc:title>
  <dc:subject>PptxGenJS Presentation</dc:subject>
  <dc:creator>GPA ERP Team</dc:creator>
  <cp:lastModifiedBy>GPA ERP Team</cp:lastModifiedBy>
  <cp:revision>1</cp:revision>
  <dcterms:created xsi:type="dcterms:W3CDTF">2026-05-15T12:39:43Z</dcterms:created>
  <dcterms:modified xsi:type="dcterms:W3CDTF">2026-05-15T12:39:43Z</dcterms:modified>
</cp:coreProperties>
</file>